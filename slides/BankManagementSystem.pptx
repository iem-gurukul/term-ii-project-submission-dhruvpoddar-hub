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multiple account types with different withdrawal rules while maintaining secure transactions and rollback mechanisms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and banking platforms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 and banking systems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2F3E4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BankApplication (Swing GUI)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057400"/>
            <a:ext cx="0" cy="365760"/>
          </a:xfrm>
          <a:prstGeom prst="line">
            <a:avLst/>
          </a:prstGeom>
          <a:noFill/>
          <a:ln w="25400">
            <a:solidFill>
              <a:srgbClr val="2F3E4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3657600" cy="457200"/>
          </a:xfrm>
          <a:prstGeom prst="rect">
            <a:avLst/>
          </a:prstGeom>
          <a:solidFill>
            <a:srgbClr val="D4A574"/>
          </a:solidFill>
          <a:ln w="12700">
            <a:solidFill>
              <a:srgbClr val="2F3E4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BankService (Business Logic)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880360"/>
            <a:ext cx="0" cy="365760"/>
          </a:xfrm>
          <a:prstGeom prst="line">
            <a:avLst/>
          </a:prstGeom>
          <a:noFill/>
          <a:ln w="25400">
            <a:solidFill>
              <a:srgbClr val="2F3E4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246120"/>
            <a:ext cx="3657600" cy="457200"/>
          </a:xfrm>
          <a:prstGeom prst="rect">
            <a:avLst/>
          </a:prstGeom>
          <a:solidFill>
            <a:srgbClr val="F5F7FA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AccountRepository (Data Access)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Classes &amp; Responsibilities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(Abstract): Base contract for all accounts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SavingsAccount: Prevents overdraft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CurrentAccount: Allows overdraft limit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AccountRepository: HashMap-based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BankService: Orchestrates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Account class defines contract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hide error details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withdraw() hidden in subclasses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57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SavingsAccount extends Account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CurrentAccount extends Account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common logic &amp; 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148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withdraw() behaves differently per 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SavingsAccount: Strict balance check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CurrentAccount: Allows overdraft limit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9319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429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Pattern: Data abstraction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Pattern: Business logic layer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MVC: Swing GUI separation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2860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with Rollback Mechanism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194560"/>
          </a:xfrm>
          <a:prstGeom prst="rect">
            <a:avLst/>
          </a:prstGeom>
          <a:solidFill>
            <a:srgbClr val="1A1A2E"/>
          </a:solidFill>
          <a:ln w="254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transfer(int from, int to, double amount) throws Exception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Account sender = repository.getAccount(from);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Account receiver = repository.getAccount(to);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sender.withdraw(amount);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receiver.deposit(amount);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(Exception 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sender.deposit(amount);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e;   // Rollback!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consistency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partial transfers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transaction semantics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3931920"/>
            <a:ext cx="3840480" cy="1051560"/>
          </a:xfrm>
          <a:prstGeom prst="rect">
            <a:avLst/>
          </a:prstGeom>
          <a:solidFill>
            <a:srgbClr val="0A7EA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40233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Transaction Integrity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Management System</dc:title>
  <dc:subject>PptxGenJS Presentation</dc:subject>
  <dc:creator>Banking System Team</dc:creator>
  <cp:lastModifiedBy>Banking System Team</cp:lastModifiedBy>
  <cp:revision>1</cp:revision>
  <dcterms:created xsi:type="dcterms:W3CDTF">2026-03-30T05:06:49Z</dcterms:created>
  <dcterms:modified xsi:type="dcterms:W3CDTF">2026-03-30T05:06:49Z</dcterms:modified>
</cp:coreProperties>
</file>